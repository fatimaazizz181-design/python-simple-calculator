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3D2878">
              <a:alpha val="35000"/>
            </a:srgbClr>
          </a:solidFill>
          <a:ln w="12700">
            <a:solidFill>
              <a:srgbClr val="3D287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25000"/>
              </a:srgbClr>
            </a:solidFill>
            <a:prstDash val="solid"/>
          </a:ln>
        </p:spPr>
      </p:sp>
      <p:pic>
        <p:nvPicPr>
          <p:cNvPr id="4" name="Image 0" descr="/home/claude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64592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9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Mianwali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2011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🧮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Calculator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Python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8412480" cy="27432"/>
          </a:xfrm>
          <a:prstGeom prst="rect">
            <a:avLst/>
          </a:prstGeom>
          <a:solidFill>
            <a:srgbClr val="3D3570"/>
          </a:solidFill>
          <a:ln w="12700">
            <a:solidFill>
              <a:srgbClr val="3D35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Submitted By: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999232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Aziz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" y="31821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BDA-S26-M07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529584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3438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Saira Khan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" y="3712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BDA-S26-M12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059936"/>
            <a:ext cx="100584" cy="1005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3968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 Gul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8368" y="4242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BDA-S26-M29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34840" y="2487168"/>
            <a:ext cx="27432" cy="2286000"/>
          </a:xfrm>
          <a:prstGeom prst="rect">
            <a:avLst/>
          </a:prstGeom>
          <a:solidFill>
            <a:srgbClr val="3D3570"/>
          </a:solidFill>
          <a:ln w="12700">
            <a:solidFill>
              <a:srgbClr val="3D35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25420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Submitted To: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63440" y="3017520"/>
            <a:ext cx="100584" cy="100584"/>
          </a:xfrm>
          <a:prstGeom prst="ellipse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907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DR. Faisal Rehman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864608" y="3310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7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Statistics and Data Science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64608" y="36210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7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Mianwali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663440"/>
            <a:ext cx="8412480" cy="27432"/>
          </a:xfrm>
          <a:prstGeom prst="rect">
            <a:avLst/>
          </a:prstGeom>
          <a:solidFill>
            <a:srgbClr val="3D3570"/>
          </a:solidFill>
          <a:ln w="12700">
            <a:solidFill>
              <a:srgbClr val="3D35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727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Programming  •  BDA Spring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74904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0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82296" cy="356616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it do?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calculator program built using Python that supports four core arithmetic operations.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560320"/>
            <a:ext cx="347472" cy="34747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063240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566160"/>
            <a:ext cx="347472" cy="347472"/>
          </a:xfrm>
          <a:prstGeom prst="ellipse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584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069080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4023360" cy="3566160"/>
          </a:xfrm>
          <a:prstGeom prst="rect">
            <a:avLst/>
          </a:prstGeom>
          <a:solidFill>
            <a:srgbClr val="2D2B55"/>
          </a:solidFill>
          <a:ln w="19050">
            <a:solidFill>
              <a:srgbClr val="3D35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 Built with Python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16916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Your first project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("Hello World!")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1089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syntax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Objective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4114800" cy="73152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programming basics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645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strong foundation in Python fundamentals.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51560"/>
            <a:ext cx="4114800" cy="73152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⌨️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32120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&amp; output handling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645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 input and display meaningful results.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4114800" cy="73152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51560" y="3090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Conditions usage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if-elif-else logic to control program flow.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26080"/>
            <a:ext cx="4114800" cy="73152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32120" y="3090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solving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real-world task into code steps.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How it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1691640"/>
            <a:ext cx="2286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2848" y="152704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82880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1828800" cy="64008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234440"/>
            <a:ext cx="685800" cy="685800"/>
          </a:xfrm>
          <a:prstGeom prst="ellipse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" y="20574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Menu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262432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available operations to the user.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691640"/>
            <a:ext cx="2286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52704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1051560"/>
            <a:ext cx="182880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1051560"/>
            <a:ext cx="1828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90088" y="1234440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0088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32888" y="20574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2 Numbers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32888" y="262432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user to input two numbers.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1691640"/>
            <a:ext cx="2286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52704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051560"/>
            <a:ext cx="182880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051560"/>
            <a:ext cx="1828800" cy="64008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38928" y="1234440"/>
            <a:ext cx="685800" cy="685800"/>
          </a:xfrm>
          <a:prstGeom prst="ellipse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81728" y="20574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Operation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81728" y="262432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which operation to perform.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20840" y="1051560"/>
            <a:ext cx="182880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DDD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1051560"/>
            <a:ext cx="1828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87768" y="1234440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7768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30568" y="20574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Result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30568" y="262432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and prints the final result.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Logic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6576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D8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00" cy="64008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if-elif-else to branch based on user's chosen operation.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50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-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99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*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096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114800" cy="3657600"/>
          </a:xfrm>
          <a:prstGeom prst="rect">
            <a:avLst/>
          </a:prstGeom>
          <a:solidFill>
            <a:srgbClr val="2D2B55"/>
          </a:solidFill>
          <a:ln w="12700">
            <a:solidFill>
              <a:srgbClr val="3D35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Logic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== '+' 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1975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a + 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322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== '-' 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a - 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== '*' 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364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a * 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7124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== '/' 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4059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a / 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Special Feature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49040" y="1143000"/>
            <a:ext cx="1645920" cy="1645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1430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🛡️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 by Zero Protection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2331720" cy="914400"/>
          </a:xfrm>
          <a:prstGeom prst="rect">
            <a:avLst/>
          </a:prstGeom>
          <a:solidFill>
            <a:srgbClr val="F0EBFF"/>
          </a:solidFill>
          <a:ln w="12700">
            <a:solidFill>
              <a:srgbClr val="D4C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0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Handles division by zero gracefully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3474720"/>
            <a:ext cx="2331720" cy="914400"/>
          </a:xfrm>
          <a:prstGeom prst="rect">
            <a:avLst/>
          </a:prstGeom>
          <a:solidFill>
            <a:srgbClr val="F0EBFF"/>
          </a:solidFill>
          <a:ln w="12700">
            <a:solidFill>
              <a:srgbClr val="D4C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3520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Prevents program crash with try-except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331720" cy="914400"/>
          </a:xfrm>
          <a:prstGeom prst="rect">
            <a:avLst/>
          </a:prstGeom>
          <a:solidFill>
            <a:srgbClr val="F0EBFF"/>
          </a:solidFill>
          <a:ln w="12700">
            <a:solidFill>
              <a:srgbClr val="D4C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520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Shows a clear, friendly error message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Sample Output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3611880"/>
          </a:xfrm>
          <a:prstGeom prst="rect">
            <a:avLst/>
          </a:prstGeom>
          <a:solidFill>
            <a:srgbClr val="1A1A2E"/>
          </a:solidFill>
          <a:ln w="19050">
            <a:solidFill>
              <a:srgbClr val="3D35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2D2D3F"/>
          </a:solidFill>
          <a:ln w="12700">
            <a:solidFill>
              <a:srgbClr val="2D2D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06424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106424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106424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042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calculator.py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6002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600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first number:  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2585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258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second number: 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2258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9169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9169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operation:    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29169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5753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5753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             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5753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✅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 Python Code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3D35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2D2D3F"/>
          </a:solidFill>
          <a:ln w="12700">
            <a:solidFill>
              <a:srgbClr val="2D2D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033272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033272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03327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978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38988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1616659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operations 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["+", "-", "*", "/"]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184343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("Simple Calculator")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070202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num1 =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first number: "))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296973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num2 =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second number: "))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523744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("Choose operation: + - * /")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750515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("Enter operation: ")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977286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</a:t>
            </a:r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operations: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20405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'+'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print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("Result:", num1 + num2)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430829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print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("Result:", num1 - num2)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65760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print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("Result:", num1 * num2)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884371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'/'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111142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num2 != 0:  print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("Result:", num1/num2)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337914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print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("Cannot divide by zero")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564685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print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("Invalid operation")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791456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Program Input &amp; Output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06908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3D35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069080" cy="347472"/>
          </a:xfrm>
          <a:prstGeom prst="rect">
            <a:avLst/>
          </a:prstGeom>
          <a:solidFill>
            <a:srgbClr val="2D2D3F"/>
          </a:solidFill>
          <a:ln w="12700">
            <a:solidFill>
              <a:srgbClr val="2D2D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033272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033272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03327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987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307592"/>
            <a:ext cx="1005840" cy="27432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07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Input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6642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Calculator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0756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Enter first number: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07568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3317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Enter second number: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3172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743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operation: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992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for Addition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552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for Subtraction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51129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for Multiplication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7673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for Division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1788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Enter operation: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417880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4069080" cy="3977640"/>
          </a:xfrm>
          <a:prstGeom prst="rect">
            <a:avLst/>
          </a:prstGeom>
          <a:solidFill>
            <a:srgbClr val="1A1A2E"/>
          </a:solidFill>
          <a:ln w="19050">
            <a:solidFill>
              <a:srgbClr val="3D35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960120"/>
            <a:ext cx="4069080" cy="347472"/>
          </a:xfrm>
          <a:prstGeom prst="rect">
            <a:avLst/>
          </a:prstGeom>
          <a:solidFill>
            <a:srgbClr val="2D2D3F"/>
          </a:solidFill>
          <a:ln w="12700">
            <a:solidFill>
              <a:srgbClr val="2D2D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9472" y="1033272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57216" y="1033272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103327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987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307592"/>
            <a:ext cx="1005840" cy="2743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307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1737360"/>
            <a:ext cx="3657600" cy="1371600"/>
          </a:xfrm>
          <a:prstGeom prst="rect">
            <a:avLst/>
          </a:prstGeom>
          <a:solidFill>
            <a:srgbClr val="1E2A1E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37760" y="2240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×  7  =  42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46320" y="3749040"/>
            <a:ext cx="868680" cy="411480"/>
          </a:xfrm>
          <a:prstGeom prst="rect">
            <a:avLst/>
          </a:prstGeom>
          <a:solidFill>
            <a:srgbClr val="2D2B55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7490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num1 = 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06440" y="3749040"/>
            <a:ext cx="868680" cy="411480"/>
          </a:xfrm>
          <a:prstGeom prst="rect">
            <a:avLst/>
          </a:prstGeom>
          <a:solidFill>
            <a:srgbClr val="2D2B55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37490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num2 = 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749040"/>
            <a:ext cx="868680" cy="411480"/>
          </a:xfrm>
          <a:prstGeom prst="rect">
            <a:avLst/>
          </a:prstGeom>
          <a:solidFill>
            <a:srgbClr val="2D2B55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7490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 *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26680" y="3749040"/>
            <a:ext cx="868680" cy="411480"/>
          </a:xfrm>
          <a:prstGeom prst="rect">
            <a:avLst/>
          </a:prstGeom>
          <a:solidFill>
            <a:srgbClr val="2D2B55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26680" y="37490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× 7 = 42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4251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Program ran successfully — no errors!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118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What We Learned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B1F5C"/>
          </a:solidFill>
          <a:ln w="12700">
            <a:solidFill>
              <a:srgbClr val="2B1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73152" cy="164592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⌨️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88720" y="1143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D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Handling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627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input() and type-casting to read user data safely.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05840"/>
            <a:ext cx="73152" cy="1645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23560" y="1143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627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numbers and results in named memory locations.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73152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8872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with if-elif-else to control execution paths.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926080"/>
            <a:ext cx="73152" cy="1645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23560" y="3063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 Thinking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23560" y="354787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program step-by-step before writing code.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3D2878">
              <a:alpha val="40000"/>
            </a:srgbClr>
          </a:solidFill>
          <a:ln w="12700">
            <a:solidFill>
              <a:srgbClr val="3D287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743200"/>
            <a:ext cx="2560320" cy="256032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🏁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E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18288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B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Beginner-friendly project with real-world utility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815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B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Helps understand core programming concepts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3989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B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Can be extended with memory, history, or GUI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434840"/>
            <a:ext cx="8229600" cy="45720"/>
          </a:xfrm>
          <a:prstGeom prst="rect">
            <a:avLst/>
          </a:prstGeom>
          <a:solidFill>
            <a:srgbClr val="3D3570"/>
          </a:solidFill>
          <a:ln w="12700">
            <a:solidFill>
              <a:srgbClr val="3D3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0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Aziz  |  Saira Khan  |  Saba Gul — Python Project 2024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7B5EA7">
              <a:alpha val="40000"/>
            </a:srgbClr>
          </a:solidFill>
          <a:ln w="12700">
            <a:solidFill>
              <a:srgbClr val="7B5EA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926080"/>
            <a:ext cx="2743200" cy="274320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914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🙏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25146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40690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8B7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Aziz  |  Saira Khan  |  Saba Gul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Calculator in Python</dc:title>
  <dc:subject>PptxGenJS Presentation</dc:subject>
  <dc:creator>PptxGenJS</dc:creator>
  <cp:lastModifiedBy>PptxGenJS</cp:lastModifiedBy>
  <cp:revision>1</cp:revision>
  <dcterms:created xsi:type="dcterms:W3CDTF">2026-05-16T08:07:32Z</dcterms:created>
  <dcterms:modified xsi:type="dcterms:W3CDTF">2026-05-16T08:07:32Z</dcterms:modified>
</cp:coreProperties>
</file>